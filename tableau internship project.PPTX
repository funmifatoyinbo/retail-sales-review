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tableauinternshipproject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798A46E-35D2-4F11-A1C8-548089A96DD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tableau internship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5E62379-3627-4796-96D6-BCBACB85BD4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12/28/2024 9:15:23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317B7DDE-4A22-481F-9DD0-21B42BF1C1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257" y="0"/>
            <a:ext cx="178948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2024-12-28T09:15:23Z</dcterms:created>
  <dcterms:modified xsi:type="dcterms:W3CDTF">2024-12-28T09:15:23Z</dcterms:modified>
</cp:coreProperties>
</file>